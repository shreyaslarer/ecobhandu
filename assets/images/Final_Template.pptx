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78877" y="309098"/>
            <a:ext cx="3491044" cy="1439204"/>
          </a:xfrm>
          <a:custGeom>
            <a:avLst/>
            <a:gdLst/>
            <a:ahLst/>
            <a:cxnLst/>
            <a:rect l="l" t="t" r="r" b="b"/>
            <a:pathLst>
              <a:path w="3491044" h="1439204">
                <a:moveTo>
                  <a:pt x="0" y="0"/>
                </a:moveTo>
                <a:lnTo>
                  <a:pt x="3491044" y="0"/>
                </a:lnTo>
                <a:lnTo>
                  <a:pt x="3491044" y="1439204"/>
                </a:lnTo>
                <a:lnTo>
                  <a:pt x="0" y="1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63" b="-759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223724" y="266445"/>
            <a:ext cx="4517531" cy="459956"/>
            <a:chOff x="0" y="0"/>
            <a:chExt cx="1189802" cy="1211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89802" cy="121141"/>
            </a:xfrm>
            <a:custGeom>
              <a:avLst/>
              <a:gdLst/>
              <a:ahLst/>
              <a:cxnLst/>
              <a:rect l="l" t="t" r="r" b="b"/>
              <a:pathLst>
                <a:path w="1189802" h="121141">
                  <a:moveTo>
                    <a:pt x="42844" y="0"/>
                  </a:moveTo>
                  <a:lnTo>
                    <a:pt x="1146959" y="0"/>
                  </a:lnTo>
                  <a:cubicBezTo>
                    <a:pt x="1170621" y="0"/>
                    <a:pt x="1189802" y="19182"/>
                    <a:pt x="1189802" y="42844"/>
                  </a:cubicBezTo>
                  <a:lnTo>
                    <a:pt x="1189802" y="78297"/>
                  </a:lnTo>
                  <a:cubicBezTo>
                    <a:pt x="1189802" y="101959"/>
                    <a:pt x="1170621" y="121141"/>
                    <a:pt x="1146959" y="121141"/>
                  </a:cubicBezTo>
                  <a:lnTo>
                    <a:pt x="42844" y="121141"/>
                  </a:lnTo>
                  <a:cubicBezTo>
                    <a:pt x="19182" y="121141"/>
                    <a:pt x="0" y="101959"/>
                    <a:pt x="0" y="78297"/>
                  </a:cubicBezTo>
                  <a:lnTo>
                    <a:pt x="0" y="42844"/>
                  </a:lnTo>
                  <a:cubicBezTo>
                    <a:pt x="0" y="19182"/>
                    <a:pt x="19182" y="0"/>
                    <a:pt x="42844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89802" cy="178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2263" y="803593"/>
            <a:ext cx="2983790" cy="450214"/>
            <a:chOff x="0" y="0"/>
            <a:chExt cx="785854" cy="118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5854" cy="118575"/>
            </a:xfrm>
            <a:custGeom>
              <a:avLst/>
              <a:gdLst/>
              <a:ahLst/>
              <a:cxnLst/>
              <a:rect l="l" t="t" r="r" b="b"/>
              <a:pathLst>
                <a:path w="785854" h="118575">
                  <a:moveTo>
                    <a:pt x="59288" y="0"/>
                  </a:moveTo>
                  <a:lnTo>
                    <a:pt x="726567" y="0"/>
                  </a:lnTo>
                  <a:cubicBezTo>
                    <a:pt x="742291" y="0"/>
                    <a:pt x="757371" y="6246"/>
                    <a:pt x="768489" y="17365"/>
                  </a:cubicBezTo>
                  <a:cubicBezTo>
                    <a:pt x="779608" y="28483"/>
                    <a:pt x="785854" y="43563"/>
                    <a:pt x="785854" y="59288"/>
                  </a:cubicBezTo>
                  <a:lnTo>
                    <a:pt x="785854" y="59288"/>
                  </a:lnTo>
                  <a:cubicBezTo>
                    <a:pt x="785854" y="92031"/>
                    <a:pt x="759310" y="118575"/>
                    <a:pt x="726567" y="118575"/>
                  </a:cubicBezTo>
                  <a:lnTo>
                    <a:pt x="59288" y="118575"/>
                  </a:lnTo>
                  <a:cubicBezTo>
                    <a:pt x="43563" y="118575"/>
                    <a:pt x="28483" y="112329"/>
                    <a:pt x="17365" y="101210"/>
                  </a:cubicBezTo>
                  <a:cubicBezTo>
                    <a:pt x="6246" y="90092"/>
                    <a:pt x="0" y="75012"/>
                    <a:pt x="0" y="59288"/>
                  </a:cubicBezTo>
                  <a:lnTo>
                    <a:pt x="0" y="59288"/>
                  </a:lnTo>
                  <a:cubicBezTo>
                    <a:pt x="0" y="43563"/>
                    <a:pt x="6246" y="28483"/>
                    <a:pt x="17365" y="17365"/>
                  </a:cubicBezTo>
                  <a:cubicBezTo>
                    <a:pt x="28483" y="6246"/>
                    <a:pt x="43563" y="0"/>
                    <a:pt x="59288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785854" cy="1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7607" y="1368107"/>
            <a:ext cx="3378671" cy="450214"/>
            <a:chOff x="0" y="0"/>
            <a:chExt cx="889856" cy="1185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9856" cy="118575"/>
            </a:xfrm>
            <a:custGeom>
              <a:avLst/>
              <a:gdLst/>
              <a:ahLst/>
              <a:cxnLst/>
              <a:rect l="l" t="t" r="r" b="b"/>
              <a:pathLst>
                <a:path w="889856" h="118575">
                  <a:moveTo>
                    <a:pt x="57285" y="0"/>
                  </a:moveTo>
                  <a:lnTo>
                    <a:pt x="832571" y="0"/>
                  </a:lnTo>
                  <a:cubicBezTo>
                    <a:pt x="864208" y="0"/>
                    <a:pt x="889856" y="25647"/>
                    <a:pt x="889856" y="57285"/>
                  </a:cubicBezTo>
                  <a:lnTo>
                    <a:pt x="889856" y="61290"/>
                  </a:lnTo>
                  <a:cubicBezTo>
                    <a:pt x="889856" y="76483"/>
                    <a:pt x="883820" y="91053"/>
                    <a:pt x="873077" y="101797"/>
                  </a:cubicBezTo>
                  <a:cubicBezTo>
                    <a:pt x="862334" y="112540"/>
                    <a:pt x="847764" y="118575"/>
                    <a:pt x="832571" y="118575"/>
                  </a:cubicBezTo>
                  <a:lnTo>
                    <a:pt x="57285" y="118575"/>
                  </a:lnTo>
                  <a:cubicBezTo>
                    <a:pt x="42092" y="118575"/>
                    <a:pt x="27522" y="112540"/>
                    <a:pt x="16778" y="101797"/>
                  </a:cubicBezTo>
                  <a:cubicBezTo>
                    <a:pt x="6035" y="91053"/>
                    <a:pt x="0" y="76483"/>
                    <a:pt x="0" y="61290"/>
                  </a:cubicBezTo>
                  <a:lnTo>
                    <a:pt x="0" y="57285"/>
                  </a:lnTo>
                  <a:cubicBezTo>
                    <a:pt x="0" y="42092"/>
                    <a:pt x="6035" y="27522"/>
                    <a:pt x="16778" y="16778"/>
                  </a:cubicBezTo>
                  <a:cubicBezTo>
                    <a:pt x="27522" y="6035"/>
                    <a:pt x="42092" y="0"/>
                    <a:pt x="57285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89856" cy="1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56374" y="266445"/>
            <a:ext cx="1485322" cy="450214"/>
            <a:chOff x="0" y="0"/>
            <a:chExt cx="391196" cy="1185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1196" cy="118575"/>
            </a:xfrm>
            <a:custGeom>
              <a:avLst/>
              <a:gdLst/>
              <a:ahLst/>
              <a:cxnLst/>
              <a:rect l="l" t="t" r="r" b="b"/>
              <a:pathLst>
                <a:path w="391196" h="118575">
                  <a:moveTo>
                    <a:pt x="59288" y="0"/>
                  </a:moveTo>
                  <a:lnTo>
                    <a:pt x="331908" y="0"/>
                  </a:lnTo>
                  <a:cubicBezTo>
                    <a:pt x="364652" y="0"/>
                    <a:pt x="391196" y="26544"/>
                    <a:pt x="391196" y="59288"/>
                  </a:cubicBezTo>
                  <a:lnTo>
                    <a:pt x="391196" y="59288"/>
                  </a:lnTo>
                  <a:cubicBezTo>
                    <a:pt x="391196" y="75012"/>
                    <a:pt x="384950" y="90092"/>
                    <a:pt x="373831" y="101210"/>
                  </a:cubicBezTo>
                  <a:cubicBezTo>
                    <a:pt x="362713" y="112329"/>
                    <a:pt x="347633" y="118575"/>
                    <a:pt x="331908" y="118575"/>
                  </a:cubicBezTo>
                  <a:lnTo>
                    <a:pt x="59288" y="118575"/>
                  </a:lnTo>
                  <a:cubicBezTo>
                    <a:pt x="43563" y="118575"/>
                    <a:pt x="28483" y="112329"/>
                    <a:pt x="17365" y="101210"/>
                  </a:cubicBezTo>
                  <a:cubicBezTo>
                    <a:pt x="6246" y="90092"/>
                    <a:pt x="0" y="75012"/>
                    <a:pt x="0" y="59288"/>
                  </a:cubicBezTo>
                  <a:lnTo>
                    <a:pt x="0" y="59288"/>
                  </a:lnTo>
                  <a:cubicBezTo>
                    <a:pt x="0" y="43563"/>
                    <a:pt x="6246" y="28483"/>
                    <a:pt x="17365" y="17365"/>
                  </a:cubicBezTo>
                  <a:cubicBezTo>
                    <a:pt x="28483" y="6246"/>
                    <a:pt x="43563" y="0"/>
                    <a:pt x="59288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91196" cy="1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649802" y="803593"/>
            <a:ext cx="2167660" cy="450214"/>
            <a:chOff x="0" y="0"/>
            <a:chExt cx="570906" cy="1185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0906" cy="118575"/>
            </a:xfrm>
            <a:custGeom>
              <a:avLst/>
              <a:gdLst/>
              <a:ahLst/>
              <a:cxnLst/>
              <a:rect l="l" t="t" r="r" b="b"/>
              <a:pathLst>
                <a:path w="570906" h="118575">
                  <a:moveTo>
                    <a:pt x="59288" y="0"/>
                  </a:moveTo>
                  <a:lnTo>
                    <a:pt x="511619" y="0"/>
                  </a:lnTo>
                  <a:cubicBezTo>
                    <a:pt x="544363" y="0"/>
                    <a:pt x="570906" y="26544"/>
                    <a:pt x="570906" y="59288"/>
                  </a:cubicBezTo>
                  <a:lnTo>
                    <a:pt x="570906" y="59288"/>
                  </a:lnTo>
                  <a:cubicBezTo>
                    <a:pt x="570906" y="75012"/>
                    <a:pt x="564660" y="90092"/>
                    <a:pt x="553542" y="101210"/>
                  </a:cubicBezTo>
                  <a:cubicBezTo>
                    <a:pt x="542423" y="112329"/>
                    <a:pt x="527343" y="118575"/>
                    <a:pt x="511619" y="118575"/>
                  </a:cubicBezTo>
                  <a:lnTo>
                    <a:pt x="59288" y="118575"/>
                  </a:lnTo>
                  <a:cubicBezTo>
                    <a:pt x="43563" y="118575"/>
                    <a:pt x="28483" y="112329"/>
                    <a:pt x="17365" y="101210"/>
                  </a:cubicBezTo>
                  <a:cubicBezTo>
                    <a:pt x="6246" y="90092"/>
                    <a:pt x="0" y="75012"/>
                    <a:pt x="0" y="59288"/>
                  </a:cubicBezTo>
                  <a:lnTo>
                    <a:pt x="0" y="59288"/>
                  </a:lnTo>
                  <a:cubicBezTo>
                    <a:pt x="0" y="43563"/>
                    <a:pt x="6246" y="28483"/>
                    <a:pt x="17365" y="17365"/>
                  </a:cubicBezTo>
                  <a:cubicBezTo>
                    <a:pt x="28483" y="6246"/>
                    <a:pt x="43563" y="0"/>
                    <a:pt x="59288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570906" cy="1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80219" y="251948"/>
            <a:ext cx="4355782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 (As Registered):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0219" y="784226"/>
            <a:ext cx="2792729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University Name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2263" y="1320800"/>
            <a:ext cx="3292645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11224" y="251948"/>
            <a:ext cx="1423376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56375" y="784225"/>
            <a:ext cx="2033456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City / State :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00017" y="2706413"/>
            <a:ext cx="9887966" cy="4874175"/>
          </a:xfrm>
          <a:custGeom>
            <a:avLst/>
            <a:gdLst/>
            <a:ahLst/>
            <a:cxnLst/>
            <a:rect l="l" t="t" r="r" b="b"/>
            <a:pathLst>
              <a:path w="9887966" h="4874175">
                <a:moveTo>
                  <a:pt x="0" y="0"/>
                </a:moveTo>
                <a:lnTo>
                  <a:pt x="9887966" y="0"/>
                </a:lnTo>
                <a:lnTo>
                  <a:pt x="9887966" y="4874174"/>
                </a:lnTo>
                <a:lnTo>
                  <a:pt x="0" y="4874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6158" t="-56603" r="-26158" b="-5660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0469" y="174624"/>
            <a:ext cx="4129548" cy="854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</a:t>
            </a:r>
          </a:p>
        </p:txBody>
      </p:sp>
      <p:sp>
        <p:nvSpPr>
          <p:cNvPr id="4" name="Freeform 4"/>
          <p:cNvSpPr/>
          <p:nvPr/>
        </p:nvSpPr>
        <p:spPr>
          <a:xfrm>
            <a:off x="4200017" y="2706413"/>
            <a:ext cx="9887966" cy="4874175"/>
          </a:xfrm>
          <a:custGeom>
            <a:avLst/>
            <a:gdLst/>
            <a:ahLst/>
            <a:cxnLst/>
            <a:rect l="l" t="t" r="r" b="b"/>
            <a:pathLst>
              <a:path w="9887966" h="4874175">
                <a:moveTo>
                  <a:pt x="0" y="0"/>
                </a:moveTo>
                <a:lnTo>
                  <a:pt x="9887966" y="0"/>
                </a:lnTo>
                <a:lnTo>
                  <a:pt x="9887966" y="4874174"/>
                </a:lnTo>
                <a:lnTo>
                  <a:pt x="0" y="487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158" t="-56603" r="-26158" b="-56603"/>
            </a:stretch>
          </a:blipFill>
        </p:spPr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0C89EB0-BA04-E8B5-4CA4-82BF89A7F603}"/>
              </a:ext>
            </a:extLst>
          </p:cNvPr>
          <p:cNvSpPr/>
          <p:nvPr/>
        </p:nvSpPr>
        <p:spPr>
          <a:xfrm>
            <a:off x="14478877" y="309098"/>
            <a:ext cx="3491044" cy="1439204"/>
          </a:xfrm>
          <a:custGeom>
            <a:avLst/>
            <a:gdLst/>
            <a:ahLst/>
            <a:cxnLst/>
            <a:rect l="l" t="t" r="r" b="b"/>
            <a:pathLst>
              <a:path w="3491044" h="1439204">
                <a:moveTo>
                  <a:pt x="0" y="0"/>
                </a:moveTo>
                <a:lnTo>
                  <a:pt x="3491044" y="0"/>
                </a:lnTo>
                <a:lnTo>
                  <a:pt x="3491044" y="1439204"/>
                </a:lnTo>
                <a:lnTo>
                  <a:pt x="0" y="1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63" b="-75903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174624"/>
            <a:ext cx="9144000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 AND VIABILITY</a:t>
            </a:r>
          </a:p>
        </p:txBody>
      </p:sp>
      <p:sp>
        <p:nvSpPr>
          <p:cNvPr id="4" name="Freeform 4"/>
          <p:cNvSpPr/>
          <p:nvPr/>
        </p:nvSpPr>
        <p:spPr>
          <a:xfrm>
            <a:off x="4200017" y="2706413"/>
            <a:ext cx="9887966" cy="4874175"/>
          </a:xfrm>
          <a:custGeom>
            <a:avLst/>
            <a:gdLst/>
            <a:ahLst/>
            <a:cxnLst/>
            <a:rect l="l" t="t" r="r" b="b"/>
            <a:pathLst>
              <a:path w="9887966" h="4874175">
                <a:moveTo>
                  <a:pt x="0" y="0"/>
                </a:moveTo>
                <a:lnTo>
                  <a:pt x="9887966" y="0"/>
                </a:lnTo>
                <a:lnTo>
                  <a:pt x="9887966" y="4874174"/>
                </a:lnTo>
                <a:lnTo>
                  <a:pt x="0" y="487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26158" t="-56603" r="-26158" b="-56603"/>
            </a:stretch>
          </a:blipFill>
        </p:spPr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913767D6-0F6B-380A-4259-E5DBCF85F93F}"/>
              </a:ext>
            </a:extLst>
          </p:cNvPr>
          <p:cNvSpPr/>
          <p:nvPr/>
        </p:nvSpPr>
        <p:spPr>
          <a:xfrm>
            <a:off x="14478877" y="309098"/>
            <a:ext cx="3491044" cy="1439204"/>
          </a:xfrm>
          <a:custGeom>
            <a:avLst/>
            <a:gdLst/>
            <a:ahLst/>
            <a:cxnLst/>
            <a:rect l="l" t="t" r="r" b="b"/>
            <a:pathLst>
              <a:path w="3491044" h="1439204">
                <a:moveTo>
                  <a:pt x="0" y="0"/>
                </a:moveTo>
                <a:lnTo>
                  <a:pt x="3491044" y="0"/>
                </a:lnTo>
                <a:lnTo>
                  <a:pt x="3491044" y="1439204"/>
                </a:lnTo>
                <a:lnTo>
                  <a:pt x="0" y="1439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63" b="-7590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</Words>
  <Application>Microsoft Office PowerPoint</Application>
  <PresentationFormat>Custom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Presentation_Template</dc:title>
  <dc:creator>Akash Harihar</dc:creator>
  <cp:lastModifiedBy>Akash Harihar</cp:lastModifiedBy>
  <cp:revision>4</cp:revision>
  <dcterms:created xsi:type="dcterms:W3CDTF">2006-08-16T00:00:00Z</dcterms:created>
  <dcterms:modified xsi:type="dcterms:W3CDTF">2025-11-04T13:24:00Z</dcterms:modified>
  <dc:identifier>DAG0RWE5PEo</dc:identifier>
</cp:coreProperties>
</file>